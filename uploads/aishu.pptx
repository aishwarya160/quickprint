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4A413F7-6856-49BA-8012-65262833A18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8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32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89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89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57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08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16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72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60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72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9399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333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85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95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7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32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2DE9ACC-1826-4BEC-A7E6-65DFAEC57EA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0D80F-23B1-437C-82EE-31663BAB6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785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631B-CEC4-F34E-E92F-26FB9D08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07"/>
            <a:ext cx="8825660" cy="1740309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CATEGORIZING SOFTWARE PROJECTS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ACCEF2-9392-9AE1-695A-2385A5FDB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1742" y="3897472"/>
            <a:ext cx="3048871" cy="174030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AISHWARYA S [4GW23CI003]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293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A51B-C88B-AF4C-AC2C-200D82366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7" y="314632"/>
            <a:ext cx="10894660" cy="205494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to the Characteristics of Software Projects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3757016-E986-9C1F-8F89-E49987ECA0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277" y="1462578"/>
            <a:ext cx="1145631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Earlier, most software systems were developed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entirely from scratch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code reuse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early years due to lack of available libraries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frameworks.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Today,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extensive reuse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existing code, libraries, and frameworks is common.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programming languages enable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linking, customization,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extension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existing code.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project durations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development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trend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participation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throughout the project life cycle.</a:t>
            </a:r>
          </a:p>
        </p:txBody>
      </p:sp>
    </p:spTree>
    <p:extLst>
      <p:ext uri="{BB962C8B-B14F-4D97-AF65-F5344CB8AC3E}">
        <p14:creationId xmlns:p14="http://schemas.microsoft.com/office/powerpoint/2010/main" val="56114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75E0-DB28-6AEC-6C8B-88EFCB87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/ System Types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38584B-C3B1-2231-1994-DE67AB4D89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2" y="1766568"/>
            <a:ext cx="11523407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Compulsory vs Voluntary Users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Compulsory users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use the system to perform their work (e.g., payroll, sales systems).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Voluntary users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whether to use it (e.g., entertainment or gaming apps).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Systems vs Embedded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office and business operations (e.g., stock control).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machines or physical processes (e.g., air conditioning systems).</a:t>
            </a:r>
          </a:p>
        </p:txBody>
      </p:sp>
    </p:spTree>
    <p:extLst>
      <p:ext uri="{BB962C8B-B14F-4D97-AF65-F5344CB8AC3E}">
        <p14:creationId xmlns:p14="http://schemas.microsoft.com/office/powerpoint/2010/main" val="399078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6A16-5010-3689-45A7-776412B2D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Products vs. Software Services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4922EC-C6C9-EFCB-A0A3-E961E12B72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5974" y="1214554"/>
            <a:ext cx="7718323" cy="5427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Products: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software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general or specific market needs.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types: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products: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Sold to a broad audience (e.g., Windows, Oracle DB).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products: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for a particular sector (e.g., banking, telecom).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Services: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customization, maintenance, outsourcing, testing, and consultancy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form of software projects today due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reuse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development cycles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customization of existing ERP or payroll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A88DD-874D-3954-8BE3-692BD8A4C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43" y="1524261"/>
            <a:ext cx="4139381" cy="3816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6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9FFC-6DE0-E542-EA36-D25FB94E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 Services Projects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8695F6-6A74-90CA-6027-B2AA14E10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648868"/>
            <a:ext cx="1052333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projects: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Modify existing software to meet customer needs.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projects: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Update, correct, or enhance existing systems.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Outsourced projects: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Assign part of the work to another company.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Common for large systems where cost or expertise makes outsourcing efficient.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Indian companies are recognized globally for excellence in outsourced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Objective-driven projects: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achieving a particular business goal rather than building a product.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the projects are done in two stages : ANALYSIS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121609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46BC-0BCE-A012-9639-EC25AB11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96645"/>
            <a:ext cx="8825660" cy="3232355"/>
          </a:xfrm>
        </p:spPr>
        <p:txBody>
          <a:bodyPr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YOU...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149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132</TotalTime>
  <Words>383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Century Gothic</vt:lpstr>
      <vt:lpstr>Times New Roman</vt:lpstr>
      <vt:lpstr>Wingdings</vt:lpstr>
      <vt:lpstr>Wingdings 3</vt:lpstr>
      <vt:lpstr>Ion</vt:lpstr>
      <vt:lpstr>CATEGORIZING SOFTWARE PROJECTS</vt:lpstr>
      <vt:lpstr>Changes to the Characteristics of Software Projects</vt:lpstr>
      <vt:lpstr>Users / System Types</vt:lpstr>
      <vt:lpstr>Software Products vs. Software Services</vt:lpstr>
      <vt:lpstr>Types of Software Services Projects</vt:lpstr>
      <vt:lpstr>THANK YOU...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Sohan Vyiramudi</dc:creator>
  <cp:lastModifiedBy>aishwaryas101605@gmail.com</cp:lastModifiedBy>
  <cp:revision>6</cp:revision>
  <dcterms:created xsi:type="dcterms:W3CDTF">2025-11-02T13:27:50Z</dcterms:created>
  <dcterms:modified xsi:type="dcterms:W3CDTF">2025-11-13T06:10:58Z</dcterms:modified>
</cp:coreProperties>
</file>